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46" d="100"/>
          <a:sy n="46" d="100"/>
        </p:scale>
        <p:origin x="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C98D2-B495-4FC0-A275-909E6F71EB7F}" type="datetimeFigureOut">
              <a:rPr lang="hu-HU" smtClean="0"/>
              <a:t>2026. 01. 12.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F3AA6-64B0-4764-BF65-D2D88EEDAB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962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8506EDB-2B99-4BC6-90C3-9C9E10075867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6167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4545-2A0F-4C10-AC48-900F31C0509F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506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F7DC-8D28-46C3-A27E-33418D8F6CA2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983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F6976-B079-49DD-A217-4848D07D6505}" type="datetime1">
              <a:rPr lang="hu-HU" smtClean="0"/>
              <a:t>2026. 01. 12.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75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9ECFA-D835-4973-807B-398FE08A9746}" type="datetime1">
              <a:rPr lang="hu-HU" smtClean="0"/>
              <a:t>2026. 01. 12.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405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4665-D29D-4DFA-B86C-A651BDD33F47}" type="datetime1">
              <a:rPr lang="hu-HU" smtClean="0"/>
              <a:t>2026. 01. 12.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371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F515E-78FE-4177-B7DC-279A63D49216}" type="datetime1">
              <a:rPr lang="hu-HU" smtClean="0"/>
              <a:t>2026. 01. 12.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72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8E66-8852-4908-9D16-9F54116403AB}" type="datetime1">
              <a:rPr lang="hu-HU" smtClean="0"/>
              <a:t>2026. 01. 12.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512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C109-DA2C-4059-A5ED-7FE245DC0C10}" type="datetime1">
              <a:rPr lang="hu-HU" smtClean="0"/>
              <a:t>2026. 01. 12.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383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0E33-ECB2-4D36-92BE-7A4B82CE916D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661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02ADE-E1B9-4D09-A7D4-762405B612AE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013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EB9EF5E-08BB-4D73-B559-14E49EF04A2F}" type="datetime1">
              <a:rPr lang="hu-HU" smtClean="0"/>
              <a:t>2026. 01. 12.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FB8C0B1-A69C-44C9-93F2-1CF9E2C574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850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Mini hibabejelentő program tanárok számára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Készítette: Józsa Attila, Tóth Dóra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304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Projekt célja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Iskolai eszközhibák gyors bejelentése</a:t>
            </a:r>
          </a:p>
          <a:p>
            <a:r>
              <a:rPr lang="hu-HU" sz="2800" dirty="0" smtClean="0"/>
              <a:t>Tanárok egyszerűen fel tudják tölteni a hibát</a:t>
            </a:r>
          </a:p>
          <a:p>
            <a:r>
              <a:rPr lang="hu-HU" sz="2800" dirty="0" smtClean="0"/>
              <a:t>Rendszergazda/</a:t>
            </a:r>
            <a:r>
              <a:rPr lang="hu-HU" sz="2800" dirty="0" err="1" smtClean="0"/>
              <a:t>admin</a:t>
            </a:r>
            <a:r>
              <a:rPr lang="hu-HU" sz="2800" dirty="0" smtClean="0"/>
              <a:t> ki tudja javítani őket</a:t>
            </a:r>
          </a:p>
          <a:p>
            <a:r>
              <a:rPr lang="hu-HU" sz="2800" dirty="0" smtClean="0"/>
              <a:t>Áttekinthető könnyen használható webes megoldás</a:t>
            </a:r>
          </a:p>
          <a:p>
            <a:endParaRPr lang="hu-HU" sz="280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2</a:t>
            </a:fld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443" y="4229099"/>
            <a:ext cx="4109780" cy="2464263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40000"/>
              </a:prstClr>
            </a:outerShdw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35417034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Felhasználók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800" b="1" dirty="0" smtClean="0">
                <a:latin typeface="+mj-lt"/>
              </a:rPr>
              <a:t> </a:t>
            </a:r>
            <a:r>
              <a:rPr lang="hu-HU" sz="2800" b="1" dirty="0">
                <a:latin typeface="+mj-lt"/>
              </a:rPr>
              <a:t>Tanár</a:t>
            </a:r>
            <a:endParaRPr lang="hu-HU" sz="2800" dirty="0">
              <a:latin typeface="+mj-lt"/>
            </a:endParaRPr>
          </a:p>
          <a:p>
            <a:r>
              <a:rPr lang="hu-HU" sz="2800" dirty="0">
                <a:latin typeface="+mj-lt"/>
              </a:rPr>
              <a:t>Hibát tud bejelenteni</a:t>
            </a:r>
          </a:p>
          <a:p>
            <a:r>
              <a:rPr lang="hu-HU" sz="2800" dirty="0">
                <a:latin typeface="+mj-lt"/>
              </a:rPr>
              <a:t>Megnézheti a bejelentések állapotát</a:t>
            </a:r>
          </a:p>
          <a:p>
            <a:pPr marL="0" indent="0">
              <a:buNone/>
            </a:pPr>
            <a:r>
              <a:rPr lang="hu-HU" sz="2800" b="1" dirty="0" smtClean="0">
                <a:latin typeface="+mj-lt"/>
              </a:rPr>
              <a:t> </a:t>
            </a:r>
            <a:r>
              <a:rPr lang="hu-HU" sz="2800" b="1" dirty="0" err="1">
                <a:latin typeface="+mj-lt"/>
              </a:rPr>
              <a:t>Admin</a:t>
            </a:r>
            <a:endParaRPr lang="hu-HU" sz="2800" dirty="0">
              <a:latin typeface="+mj-lt"/>
            </a:endParaRPr>
          </a:p>
          <a:p>
            <a:r>
              <a:rPr lang="hu-HU" sz="2800" dirty="0">
                <a:latin typeface="+mj-lt"/>
              </a:rPr>
              <a:t>Be tud jelentkezni jelszóval</a:t>
            </a:r>
          </a:p>
          <a:p>
            <a:r>
              <a:rPr lang="hu-HU" sz="2800" dirty="0">
                <a:latin typeface="+mj-lt"/>
              </a:rPr>
              <a:t>Hibák állapotát módosíthatja</a:t>
            </a:r>
          </a:p>
          <a:p>
            <a:r>
              <a:rPr lang="hu-HU" sz="2800" dirty="0">
                <a:latin typeface="+mj-lt"/>
              </a:rPr>
              <a:t>Hibákat törölhet</a:t>
            </a:r>
          </a:p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3</a:t>
            </a:fld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05" y="4087812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83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Használt technológiák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sz="1900" b="1" dirty="0"/>
              <a:t>Frontend</a:t>
            </a:r>
            <a:endParaRPr lang="hu-HU" sz="1900" dirty="0"/>
          </a:p>
          <a:p>
            <a:r>
              <a:rPr lang="hu-HU" sz="1900" dirty="0" smtClean="0"/>
              <a:t>HTML5 </a:t>
            </a:r>
            <a:r>
              <a:rPr lang="hu-HU" sz="1900" dirty="0"/>
              <a:t>(</a:t>
            </a:r>
            <a:r>
              <a:rPr lang="hu-HU" sz="1900" dirty="0" err="1"/>
              <a:t>Chatgpt</a:t>
            </a:r>
            <a:r>
              <a:rPr lang="hu-HU" sz="1900" dirty="0"/>
              <a:t> segítségével</a:t>
            </a:r>
            <a:r>
              <a:rPr lang="hu-HU" sz="1900" dirty="0" smtClean="0"/>
              <a:t>)</a:t>
            </a:r>
            <a:endParaRPr lang="hu-HU" sz="1900" dirty="0"/>
          </a:p>
          <a:p>
            <a:r>
              <a:rPr lang="hu-HU" sz="1900" dirty="0" err="1"/>
              <a:t>Bootstrap</a:t>
            </a:r>
            <a:r>
              <a:rPr lang="hu-HU" sz="1900" dirty="0"/>
              <a:t> </a:t>
            </a:r>
            <a:r>
              <a:rPr lang="hu-HU" sz="1900" dirty="0" smtClean="0"/>
              <a:t>5</a:t>
            </a:r>
            <a:endParaRPr lang="hu-HU" sz="1900" dirty="0"/>
          </a:p>
          <a:p>
            <a:r>
              <a:rPr lang="hu-HU" sz="1900" b="1" dirty="0"/>
              <a:t>Backend</a:t>
            </a:r>
            <a:endParaRPr lang="hu-HU" sz="1900" dirty="0"/>
          </a:p>
          <a:p>
            <a:r>
              <a:rPr lang="hu-HU" sz="1900" dirty="0" smtClean="0"/>
              <a:t>PHP (</a:t>
            </a:r>
            <a:r>
              <a:rPr lang="hu-HU" sz="1900" dirty="0" err="1" smtClean="0"/>
              <a:t>Chatgpt</a:t>
            </a:r>
            <a:r>
              <a:rPr lang="hu-HU" sz="1900" dirty="0" smtClean="0"/>
              <a:t> segítségével)</a:t>
            </a:r>
            <a:endParaRPr lang="hu-HU" sz="1900" dirty="0"/>
          </a:p>
          <a:p>
            <a:r>
              <a:rPr lang="hu-HU" sz="1900" b="1" dirty="0" smtClean="0"/>
              <a:t>Adatbázis</a:t>
            </a:r>
            <a:endParaRPr lang="hu-HU" sz="1900" dirty="0"/>
          </a:p>
          <a:p>
            <a:r>
              <a:rPr lang="hu-HU" sz="1900" dirty="0" err="1"/>
              <a:t>MySQL</a:t>
            </a:r>
            <a:endParaRPr lang="hu-HU" sz="1900" dirty="0"/>
          </a:p>
          <a:p>
            <a:r>
              <a:rPr lang="hu-HU" sz="1900" dirty="0" err="1"/>
              <a:t>phpMyAdmin</a:t>
            </a:r>
            <a:endParaRPr lang="hu-HU" sz="1900" dirty="0"/>
          </a:p>
          <a:p>
            <a:r>
              <a:rPr lang="hu-HU" sz="1900" b="1" dirty="0"/>
              <a:t>Egyéb</a:t>
            </a:r>
            <a:endParaRPr lang="hu-HU" sz="1900" dirty="0"/>
          </a:p>
          <a:p>
            <a:r>
              <a:rPr lang="hu-HU" sz="1900" dirty="0" err="1"/>
              <a:t>Git</a:t>
            </a:r>
            <a:r>
              <a:rPr lang="hu-HU" sz="1900" dirty="0"/>
              <a:t> &amp; </a:t>
            </a:r>
            <a:r>
              <a:rPr lang="hu-HU" sz="1900" dirty="0" err="1"/>
              <a:t>GitHub</a:t>
            </a:r>
            <a:r>
              <a:rPr lang="hu-HU" sz="1900" dirty="0"/>
              <a:t> (verziókezelés)</a:t>
            </a:r>
          </a:p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4</a:t>
            </a:fld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05" y="4087812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64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Adatbázis </a:t>
            </a:r>
            <a:r>
              <a:rPr lang="hu-HU" dirty="0" err="1" smtClean="0"/>
              <a:t>felépitése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295" y="2312892"/>
            <a:ext cx="8920003" cy="3410175"/>
          </a:xfrm>
          <a:prstGeom prst="rect">
            <a:avLst/>
          </a:prstGeom>
        </p:spPr>
      </p:pic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1534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Összegzés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Valós iskolai problémákra add megoldást</a:t>
            </a:r>
          </a:p>
          <a:p>
            <a:r>
              <a:rPr lang="hu-HU" sz="2800" dirty="0" smtClean="0"/>
              <a:t>Könnyen </a:t>
            </a:r>
            <a:r>
              <a:rPr lang="hu-HU" sz="2800" dirty="0" err="1" smtClean="0"/>
              <a:t>továbbfejleszthető</a:t>
            </a:r>
            <a:endParaRPr lang="hu-HU" sz="2800" dirty="0" smtClean="0"/>
          </a:p>
          <a:p>
            <a:r>
              <a:rPr lang="hu-HU" sz="2800" dirty="0" smtClean="0"/>
              <a:t>Egyszerű kezelés</a:t>
            </a:r>
          </a:p>
          <a:p>
            <a:r>
              <a:rPr lang="hu-HU" sz="2800" dirty="0" smtClean="0"/>
              <a:t>Letisztult megjelenés</a:t>
            </a:r>
            <a:endParaRPr lang="hu-HU" sz="280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15261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30059" y="1129552"/>
            <a:ext cx="6526665" cy="1325562"/>
          </a:xfrm>
        </p:spPr>
        <p:txBody>
          <a:bodyPr/>
          <a:lstStyle/>
          <a:p>
            <a:r>
              <a:rPr lang="hu-HU" dirty="0" smtClean="0"/>
              <a:t>Köszönjük a figyelmet!</a:t>
            </a:r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smtClean="0"/>
              <a:t>Józsa Attila &amp; Tóth Dóra</a:t>
            </a:r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FB8C0B1-A69C-44C9-93F2-1CF9E2C57423}" type="slidenum">
              <a:rPr lang="hu-HU" smtClean="0"/>
              <a:t>7</a:t>
            </a:fld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95" y="3650673"/>
            <a:ext cx="2521527" cy="252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819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TM03457515[[fn=Nézet]]</Template>
  <TotalTime>62</TotalTime>
  <Words>136</Words>
  <Application>Microsoft Office PowerPoint</Application>
  <PresentationFormat>Szélesvásznú</PresentationFormat>
  <Paragraphs>45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Schoolbook</vt:lpstr>
      <vt:lpstr>Wingdings 2</vt:lpstr>
      <vt:lpstr>View</vt:lpstr>
      <vt:lpstr>Mini hibabejelentő program tanárok számára</vt:lpstr>
      <vt:lpstr>Projekt célja</vt:lpstr>
      <vt:lpstr>Felhasználók</vt:lpstr>
      <vt:lpstr>Használt technológiák</vt:lpstr>
      <vt:lpstr>Adatbázis felépitése</vt:lpstr>
      <vt:lpstr>Összegzés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hibabejelentő program tanárok számára</dc:title>
  <dc:creator>Józsa Attila Dávid</dc:creator>
  <cp:lastModifiedBy>Józsa Attila Dávid</cp:lastModifiedBy>
  <cp:revision>4</cp:revision>
  <dcterms:created xsi:type="dcterms:W3CDTF">2026-01-12T07:05:27Z</dcterms:created>
  <dcterms:modified xsi:type="dcterms:W3CDTF">2026-01-12T08:08:06Z</dcterms:modified>
</cp:coreProperties>
</file>